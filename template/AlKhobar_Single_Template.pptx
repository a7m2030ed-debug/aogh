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64008"/>
            <a:ext cx="2066543" cy="78638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work/meen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30" y="234325"/>
            <a:ext cx="1802218" cy="445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406908"/>
            <a:ext cx="537667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Operations Report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566160" y="621792"/>
            <a:ext cx="5376672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950" dirty="0" b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66160" y="114300"/>
            <a:ext cx="5376672" cy="288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DD MON YYYY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20040" y="9875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D246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CLUSTER 2 — DAILY SUMMARY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0040" y="1298448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57200" y="137160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TOTAL PATIENTS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457200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7200" y="19933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/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200400" y="1298448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337560" y="137160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337560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3337560" y="19933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 — · —%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6080760" y="1298448"/>
            <a:ext cx="2697480" cy="960120"/>
          </a:xfrm>
          <a:prstGeom prst="roundRect">
            <a:avLst>
              <a:gd name="adj" fmla="val 761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6217920" y="137160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EMERGENCY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217920" y="153619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217920" y="1993392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320040" y="2432304"/>
            <a:ext cx="8503920" cy="256032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457200" y="24323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BRANCH PERFORMANCE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320040" y="2688336"/>
            <a:ext cx="8503920" cy="237744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457200" y="268833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Branch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2697480" y="268833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3931920" y="268833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166360" y="268833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Emergency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6400800" y="268833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Total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635240" y="26883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0040" y="2926080"/>
            <a:ext cx="8503920" cy="256032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457200" y="292608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Worood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2697480" y="29260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3931920" y="29260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166360" y="29260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400800" y="2926080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7882128" y="296722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7882128" y="296722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57200" y="318211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Suwaydi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2697480" y="31821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3931920" y="31821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2" name="Text 39"/>
          <p:cNvSpPr/>
          <p:nvPr/>
        </p:nvSpPr>
        <p:spPr>
          <a:xfrm>
            <a:off x="5166360" y="31821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400800" y="31821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882128" y="322326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882128" y="322326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320040" y="3438144"/>
            <a:ext cx="8503920" cy="256032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457200" y="3438144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 Qirawan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2697480" y="343814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3931920" y="343814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5166360" y="343814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6400800" y="343814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882128" y="347929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7882128" y="347929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457200" y="3694176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1A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Hittin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697480" y="36941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3931920" y="36941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7" name="Text 54"/>
          <p:cNvSpPr/>
          <p:nvPr/>
        </p:nvSpPr>
        <p:spPr>
          <a:xfrm>
            <a:off x="5166360" y="36941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6400800" y="369417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7882128" y="373532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0" name="Text 57"/>
          <p:cNvSpPr/>
          <p:nvPr/>
        </p:nvSpPr>
        <p:spPr>
          <a:xfrm>
            <a:off x="7882128" y="373532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320040" y="4114800"/>
            <a:ext cx="8503920" cy="502920"/>
          </a:xfrm>
          <a:prstGeom prst="roundRect">
            <a:avLst>
              <a:gd name="adj" fmla="val 14545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62" name="Text 59"/>
          <p:cNvSpPr/>
          <p:nvPr/>
        </p:nvSpPr>
        <p:spPr>
          <a:xfrm>
            <a:off x="548640" y="41148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Cluster Utilization 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   </a:t>
            </a:r>
            <a:pPr indent="0" marL="0">
              <a:buNone/>
            </a:pPr>
            <a:r>
              <a:rPr lang="en-US" sz="100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— / Target — · 4 branches · Clinic basis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320040" y="49011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 · Meena Primary Health Care Centers · Daily Report · DD MON YYYY</a:t>
            </a:r>
            <a:endParaRPr lang="en-US" sz="700" dirty="0"/>
          </a:p>
        </p:txBody>
      </p:sp>
      <p:sp>
        <p:nvSpPr>
          <p:cNvPr id="64" name="Text 61"/>
          <p:cNvSpPr/>
          <p:nvPr/>
        </p:nvSpPr>
        <p:spPr>
          <a:xfrm>
            <a:off x="7132320" y="49011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CONFIDENTIAL · Page 1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64008"/>
            <a:ext cx="2066543" cy="78638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work/meen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30" y="234325"/>
            <a:ext cx="1802218" cy="445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406908"/>
            <a:ext cx="537667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Operations Report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566160" y="621792"/>
            <a:ext cx="5376672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950" dirty="0" b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{Branch} Branch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66160" y="114300"/>
            <a:ext cx="5376672" cy="288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DD MON YYYY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" y="1005840"/>
            <a:ext cx="8503920" cy="676656"/>
          </a:xfrm>
          <a:prstGeom prst="roundRect">
            <a:avLst>
              <a:gd name="adj" fmla="val 10811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48640" y="10698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TOTAL PATIENTS TODAY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548640" y="1243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  </a:t>
            </a:r>
            <a:pPr indent="0" marL="0">
              <a:buNone/>
            </a:pP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83280" y="10698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383280" y="1243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  </a:t>
            </a:r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Target —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217920" y="10698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EMERGENCY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6217920" y="124358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   </a:t>
            </a:r>
            <a:pPr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 target assigned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3154680" y="1097280"/>
            <a:ext cx="0" cy="493776"/>
          </a:xfrm>
          <a:prstGeom prst="line">
            <a:avLst/>
          </a:prstGeom>
          <a:noFill/>
          <a:ln w="12700">
            <a:solidFill>
              <a:srgbClr val="7061AB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5989320" y="1097280"/>
            <a:ext cx="0" cy="493776"/>
          </a:xfrm>
          <a:prstGeom prst="line">
            <a:avLst/>
          </a:prstGeom>
          <a:noFill/>
          <a:ln w="12700">
            <a:solidFill>
              <a:srgbClr val="7061AB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320040" y="1792224"/>
            <a:ext cx="8503920" cy="347472"/>
          </a:xfrm>
          <a:prstGeom prst="roundRect">
            <a:avLst>
              <a:gd name="adj" fmla="val 15789"/>
            </a:avLst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48640" y="1792224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Clinic Utilization 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   </a:t>
            </a:r>
            <a:pPr indent="0" marL="0">
              <a:buNone/>
            </a:pPr>
            <a:r>
              <a:rPr lang="en-US" sz="9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— / Target —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86000"/>
            <a:ext cx="100584" cy="100584"/>
          </a:xfrm>
          <a:prstGeom prst="ellipse">
            <a:avLst/>
          </a:prstGeom>
          <a:solidFill>
            <a:srgbClr val="4CAF86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612648" y="22219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≥ 80% Excellent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2194560" y="2286000"/>
            <a:ext cx="100584" cy="100584"/>
          </a:xfrm>
          <a:prstGeom prst="ellipse">
            <a:avLst/>
          </a:prstGeom>
          <a:solidFill>
            <a:srgbClr val="C07A2A"/>
          </a:solidFill>
          <a:ln/>
        </p:spPr>
        <p:txBody>
          <a:bodyPr/>
          <a:p/>
        </p:txBody>
      </p:sp>
      <p:sp>
        <p:nvSpPr>
          <p:cNvPr id="23" name="Text 20"/>
          <p:cNvSpPr/>
          <p:nvPr/>
        </p:nvSpPr>
        <p:spPr>
          <a:xfrm>
            <a:off x="2350008" y="22219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50–79% Average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3931920" y="2286000"/>
            <a:ext cx="100584" cy="100584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4087368" y="2221992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&lt; 50% Low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320040" y="2450592"/>
            <a:ext cx="8503920" cy="201168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27" name="Text 24"/>
          <p:cNvSpPr/>
          <p:nvPr/>
        </p:nvSpPr>
        <p:spPr>
          <a:xfrm>
            <a:off x="457200" y="245059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DOCTOR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4434840" y="24505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/ TARGET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269480" y="24505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20040" y="2670048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457200" y="267004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6035040" y="267004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457200" y="28712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434840" y="287121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7699248" y="289179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7699248" y="289179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320040" y="307238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8" name="Text 35"/>
          <p:cNvSpPr/>
          <p:nvPr/>
        </p:nvSpPr>
        <p:spPr>
          <a:xfrm>
            <a:off x="457200" y="30723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4434840" y="307238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7699248" y="309295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7699248" y="309295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457200" y="327355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4434840" y="32735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7699248" y="329412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7699248" y="329412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320040" y="347472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457200" y="347472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4434840" y="34747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7699248" y="349529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0" name="Text 47"/>
          <p:cNvSpPr/>
          <p:nvPr/>
        </p:nvSpPr>
        <p:spPr>
          <a:xfrm>
            <a:off x="7699248" y="349529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320040" y="3675888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457200" y="367588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53" name="Text 50"/>
          <p:cNvSpPr/>
          <p:nvPr/>
        </p:nvSpPr>
        <p:spPr>
          <a:xfrm>
            <a:off x="6035040" y="36758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54" name="Text 51"/>
          <p:cNvSpPr/>
          <p:nvPr/>
        </p:nvSpPr>
        <p:spPr>
          <a:xfrm>
            <a:off x="457200" y="387705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4434840" y="38770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7699248" y="389763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7699248" y="389763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320040" y="407822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59" name="Text 56"/>
          <p:cNvSpPr/>
          <p:nvPr/>
        </p:nvSpPr>
        <p:spPr>
          <a:xfrm>
            <a:off x="457200" y="40782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4434840" y="407822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7699248" y="409879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2" name="Text 59"/>
          <p:cNvSpPr/>
          <p:nvPr/>
        </p:nvSpPr>
        <p:spPr>
          <a:xfrm>
            <a:off x="7699248" y="409879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3" name="Text 60"/>
          <p:cNvSpPr/>
          <p:nvPr/>
        </p:nvSpPr>
        <p:spPr>
          <a:xfrm>
            <a:off x="457200" y="427939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4" name="Text 61"/>
          <p:cNvSpPr/>
          <p:nvPr/>
        </p:nvSpPr>
        <p:spPr>
          <a:xfrm>
            <a:off x="4434840" y="42793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7699248" y="429996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6" name="Text 63"/>
          <p:cNvSpPr/>
          <p:nvPr/>
        </p:nvSpPr>
        <p:spPr>
          <a:xfrm>
            <a:off x="7699248" y="429996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7" name="Shape 64"/>
          <p:cNvSpPr/>
          <p:nvPr/>
        </p:nvSpPr>
        <p:spPr>
          <a:xfrm>
            <a:off x="320040" y="448056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68" name="Text 65"/>
          <p:cNvSpPr/>
          <p:nvPr/>
        </p:nvSpPr>
        <p:spPr>
          <a:xfrm>
            <a:off x="457200" y="448056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4434840" y="44805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699248" y="450113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7699248" y="450113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320040" y="49011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 · {Branch} Branch · Daily Report · DD MON YYYY</a:t>
            </a:r>
            <a:endParaRPr lang="en-US" sz="700" dirty="0"/>
          </a:p>
        </p:txBody>
      </p:sp>
      <p:sp>
        <p:nvSpPr>
          <p:cNvPr id="73" name="Text 70"/>
          <p:cNvSpPr/>
          <p:nvPr/>
        </p:nvSpPr>
        <p:spPr>
          <a:xfrm>
            <a:off x="7132320" y="49011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CONFIDENTIAL · Page 2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01168" y="64008"/>
            <a:ext cx="2066543" cy="786384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work/meen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330" y="234325"/>
            <a:ext cx="1802218" cy="4457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566160" y="406908"/>
            <a:ext cx="5376672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Daily Operations Report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3566160" y="621792"/>
            <a:ext cx="5376672" cy="1874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 algn="r">
              <a:buNone/>
            </a:pPr>
            <a:r>
              <a:rPr lang="en-US" sz="950" dirty="0" b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{Branch} Branch (cont.)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3566160" y="114300"/>
            <a:ext cx="5376672" cy="2880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DD MON YYYY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20040" y="1078992"/>
            <a:ext cx="8503920" cy="201168"/>
          </a:xfrm>
          <a:prstGeom prst="rect">
            <a:avLst/>
          </a:prstGeom>
          <a:solidFill>
            <a:srgbClr val="2D2460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57200" y="107899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DOCTOR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434840" y="107899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ACTUAL / TARGET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7269480" y="107899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RATE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320040" y="1298448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457200" y="1298448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6035040" y="129844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457200" y="149961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434840" y="149961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699248" y="152019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699248" y="152019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20040" y="170078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457200" y="170078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434840" y="170078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699248" y="172135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7699248" y="172135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190195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434840" y="190195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7699248" y="192252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7699248" y="192252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320040" y="210312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0" name="Text 27"/>
          <p:cNvSpPr/>
          <p:nvPr/>
        </p:nvSpPr>
        <p:spPr>
          <a:xfrm>
            <a:off x="457200" y="210312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4434840" y="210312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7699248" y="212369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3" name="Text 30"/>
          <p:cNvSpPr/>
          <p:nvPr/>
        </p:nvSpPr>
        <p:spPr>
          <a:xfrm>
            <a:off x="7699248" y="212369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457200" y="230428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4434840" y="230428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7699248" y="232486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7699248" y="232486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320040" y="2505456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457200" y="250545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434840" y="250545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7699248" y="252603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2" name="Text 39"/>
          <p:cNvSpPr/>
          <p:nvPr/>
        </p:nvSpPr>
        <p:spPr>
          <a:xfrm>
            <a:off x="7699248" y="252603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457200" y="270662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Text 41"/>
          <p:cNvSpPr/>
          <p:nvPr/>
        </p:nvSpPr>
        <p:spPr>
          <a:xfrm>
            <a:off x="4434840" y="270662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699248" y="272719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7699248" y="272719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20040" y="2907792"/>
            <a:ext cx="8503920" cy="201168"/>
          </a:xfrm>
          <a:prstGeom prst="rect">
            <a:avLst/>
          </a:prstGeom>
          <a:solidFill>
            <a:srgbClr val="7061AB"/>
          </a:solidFill>
          <a:ln/>
        </p:spPr>
        <p:txBody>
          <a:bodyPr/>
          <a:p/>
        </p:txBody>
      </p:sp>
      <p:sp>
        <p:nvSpPr>
          <p:cNvPr id="48" name="Text 45"/>
          <p:cNvSpPr/>
          <p:nvPr/>
        </p:nvSpPr>
        <p:spPr>
          <a:xfrm>
            <a:off x="457200" y="2907792"/>
            <a:ext cx="4846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Department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6035040" y="29077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—/— · </a:t>
            </a:r>
            <a:r>
              <a:rPr lang="en-US" sz="850" dirty="0" b="1">
                <a:solidFill>
                  <a:srgbClr val="D7D2E9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—%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57200" y="310896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4434840" y="310896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699248" y="312953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7699248" y="312953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320040" y="3310128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457200" y="331012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56" name="Text 53"/>
          <p:cNvSpPr/>
          <p:nvPr/>
        </p:nvSpPr>
        <p:spPr>
          <a:xfrm>
            <a:off x="4434840" y="33101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7699248" y="333070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7699248" y="333070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59" name="Text 56"/>
          <p:cNvSpPr/>
          <p:nvPr/>
        </p:nvSpPr>
        <p:spPr>
          <a:xfrm>
            <a:off x="457200" y="3511296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0" name="Text 57"/>
          <p:cNvSpPr/>
          <p:nvPr/>
        </p:nvSpPr>
        <p:spPr>
          <a:xfrm>
            <a:off x="4434840" y="3511296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7699248" y="3531870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2" name="Text 59"/>
          <p:cNvSpPr/>
          <p:nvPr/>
        </p:nvSpPr>
        <p:spPr>
          <a:xfrm>
            <a:off x="7699248" y="3531870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3" name="Shape 60"/>
          <p:cNvSpPr/>
          <p:nvPr/>
        </p:nvSpPr>
        <p:spPr>
          <a:xfrm>
            <a:off x="320040" y="3712464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457200" y="3712464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4434840" y="3712464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7699248" y="3733038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67" name="Text 64"/>
          <p:cNvSpPr/>
          <p:nvPr/>
        </p:nvSpPr>
        <p:spPr>
          <a:xfrm>
            <a:off x="7699248" y="3733038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457200" y="3913632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69" name="Text 66"/>
          <p:cNvSpPr/>
          <p:nvPr/>
        </p:nvSpPr>
        <p:spPr>
          <a:xfrm>
            <a:off x="4434840" y="3913632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699248" y="3934206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7699248" y="3934206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72" name="Shape 69"/>
          <p:cNvSpPr/>
          <p:nvPr/>
        </p:nvSpPr>
        <p:spPr>
          <a:xfrm>
            <a:off x="320040" y="4114800"/>
            <a:ext cx="8503920" cy="201168"/>
          </a:xfrm>
          <a:prstGeom prst="rect">
            <a:avLst/>
          </a:prstGeom>
          <a:solidFill>
            <a:srgbClr val="F0EEF8"/>
          </a:solidFill>
          <a:ln/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457200" y="4114800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4" name="Text 71"/>
          <p:cNvSpPr/>
          <p:nvPr/>
        </p:nvSpPr>
        <p:spPr>
          <a:xfrm>
            <a:off x="4434840" y="4114800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7699248" y="4135374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7699248" y="4135374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77" name="Text 74"/>
          <p:cNvSpPr/>
          <p:nvPr/>
        </p:nvSpPr>
        <p:spPr>
          <a:xfrm>
            <a:off x="457200" y="4315968"/>
            <a:ext cx="3886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</a:t>
            </a:r>
            <a:endParaRPr lang="en-US" sz="1000" dirty="0"/>
          </a:p>
        </p:txBody>
      </p:sp>
      <p:sp>
        <p:nvSpPr>
          <p:cNvPr id="78" name="Text 75"/>
          <p:cNvSpPr/>
          <p:nvPr/>
        </p:nvSpPr>
        <p:spPr>
          <a:xfrm>
            <a:off x="4434840" y="431596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47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— / —</a:t>
            </a:r>
            <a:endParaRPr lang="en-US" sz="1000" dirty="0"/>
          </a:p>
        </p:txBody>
      </p:sp>
      <p:sp>
        <p:nvSpPr>
          <p:cNvPr id="79" name="Shape 76"/>
          <p:cNvSpPr/>
          <p:nvPr/>
        </p:nvSpPr>
        <p:spPr>
          <a:xfrm>
            <a:off x="7699248" y="4336542"/>
            <a:ext cx="694944" cy="173736"/>
          </a:xfrm>
          <a:prstGeom prst="roundRect">
            <a:avLst>
              <a:gd name="adj" fmla="val 47368"/>
            </a:avLst>
          </a:prstGeom>
          <a:solidFill>
            <a:srgbClr val="D7D2E9"/>
          </a:solidFill>
          <a:ln/>
        </p:spPr>
        <p:txBody>
          <a:bodyPr/>
          <a:p/>
        </p:txBody>
      </p:sp>
      <p:sp>
        <p:nvSpPr>
          <p:cNvPr id="80" name="Text 77"/>
          <p:cNvSpPr/>
          <p:nvPr/>
        </p:nvSpPr>
        <p:spPr>
          <a:xfrm>
            <a:off x="7699248" y="4336542"/>
            <a:ext cx="6949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—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320040" y="4901184"/>
            <a:ext cx="676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Meena Primary Health Care Centers · {Branch} Branch (cont.) · Daily Report · DD MON YYYY</a:t>
            </a:r>
            <a:endParaRPr lang="en-US" sz="700" dirty="0"/>
          </a:p>
        </p:txBody>
      </p:sp>
      <p:sp>
        <p:nvSpPr>
          <p:cNvPr id="82" name="Text 79"/>
          <p:cNvSpPr/>
          <p:nvPr/>
        </p:nvSpPr>
        <p:spPr>
          <a:xfrm>
            <a:off x="7132320" y="4901184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A547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CONFIDENTIAL · Page 3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Cluster 2 Daily Report - Blank Template</dc:title>
  <dc:subject>PptxGenJS Presentation</dc:subject>
  <dc:creator>Meena Primary Health Care Centers</dc:creator>
  <cp:lastModifiedBy>Meena Primary Health Care Centers</cp:lastModifiedBy>
  <cp:revision>1</cp:revision>
  <dcterms:created xsi:type="dcterms:W3CDTF">2026-08-04T15:40:02Z</dcterms:created>
  <dcterms:modified xsi:type="dcterms:W3CDTF">2026-08-04T15:40:02Z</dcterms:modified>
</cp:coreProperties>
</file>