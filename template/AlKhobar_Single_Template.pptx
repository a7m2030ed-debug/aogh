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987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4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 — DAILY SUMMARY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3756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756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3756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 · —%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8076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21792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1792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21792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2432304"/>
            <a:ext cx="8503920" cy="256032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" y="2432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 PERFORMANCE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2688336"/>
            <a:ext cx="8503920" cy="237744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57200" y="26883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69748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93192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6636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2926080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2926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Worood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9748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3192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6636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882128" y="296722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82128" y="296722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31821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Suwaydi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9748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93192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82128" y="322326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82128" y="322326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38144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381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Qirawan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69748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93192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16636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40080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882128" y="347929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882128" y="347929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57200" y="36941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Hittin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69748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393192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16636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40080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882128" y="373532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7882128" y="373532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20040" y="411480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Utilization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100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 · 4 branches · Clinic basis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Meena Primary Health Care Centers · Daily Report · DD MON YYYY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05840"/>
            <a:ext cx="8503920" cy="676656"/>
          </a:xfrm>
          <a:prstGeom prst="roundRect">
            <a:avLst>
              <a:gd name="adj" fmla="val 10811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 TODAY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8328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8328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792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792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target assigned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15468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98932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20040" y="1792224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8640" y="17922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 Utilization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9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86000"/>
            <a:ext cx="100584" cy="100584"/>
          </a:xfrm>
          <a:prstGeom prst="ellipse">
            <a:avLst/>
          </a:prstGeom>
          <a:solidFill>
            <a:srgbClr val="4CAF8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1264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≥ 80% Excellent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94560" y="2286000"/>
            <a:ext cx="100584" cy="100584"/>
          </a:xfrm>
          <a:prstGeom prst="ellipse">
            <a:avLst/>
          </a:prstGeom>
          <a:solidFill>
            <a:srgbClr val="C07A2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35000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50–79% Average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931920" y="228600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08736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50% Low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040" y="24505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7200" y="24505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434840" y="2450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69480" y="2450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0040" y="26700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57200" y="26700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03504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8712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34840" y="2871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699248" y="28917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99248" y="28917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0040" y="30723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57200" y="30723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434840" y="30723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699248" y="30929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699248" y="30929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32735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434840" y="3273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99248" y="32941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699248" y="32941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747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434840" y="34747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699248" y="34952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7699248" y="34952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20040" y="367588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57200" y="36758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035040" y="3675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38770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434840" y="3877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699248" y="38976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699248" y="38976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20040" y="407822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45720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434840" y="40782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40987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40987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57200" y="42793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434840" y="42793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699248" y="429996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7699248" y="429996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20040" y="448056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457200" y="4480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434840" y="44805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45011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45011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{Branch} Branch · Daily Report · DD MON YYYY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2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172200" y="2450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SHOW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172200" y="28712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72200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72200" y="3273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172200" y="3474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172200" y="38770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172200" y="40782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6172200" y="42793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172200" y="44805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 (cont.)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789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0789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434840" y="1078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69480" y="1078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" y="12984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1298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1298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34840" y="14996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99248" y="15201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99248" y="15201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17007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7200" y="17007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34840" y="17007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99248" y="17213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99248" y="17213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19019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34840" y="19019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99248" y="19225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99248" y="19225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21031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21031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434840" y="2103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99248" y="21236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99248" y="21236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2304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434840" y="23042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99248" y="232486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699248" y="232486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0040" y="2505456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57200" y="2505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434840" y="25054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699248" y="25260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7699248" y="25260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57200" y="2706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434840" y="27066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699248" y="27271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7699248" y="27271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20040" y="2907792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457200" y="29077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035040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3108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434840" y="31089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99248" y="31295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699248" y="31295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20040" y="3310128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457200" y="33101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434840" y="3310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699248" y="333070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7699248" y="333070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57200" y="3511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434840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353187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353187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20040" y="371246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57200" y="37124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434840" y="37124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699248" y="373303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7699248" y="373303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457200" y="39136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434840" y="39136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393420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393420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20040" y="411480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57200" y="4114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434840" y="41148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699248" y="413537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7699248" y="413537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457200" y="43159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4434840" y="43159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7699248" y="433654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7699248" y="433654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{Branch} Branch (cont.) · Daily Report · DD MON YYYY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3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72200" y="1078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SHOW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172200" y="14996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72200" y="19019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72200" y="21031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172200" y="2304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172200" y="25054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72200" y="27066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172200" y="31089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172200" y="33101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172200" y="35112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172200" y="37124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172200" y="3913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6172200" y="41148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6172200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2 Daily Report - Blank Template</dc:title>
  <dc:subject>PptxGenJS Presentation</dc:subject>
  <dc:creator>Meena Primary Health Care Centers</dc:creator>
  <cp:lastModifiedBy>Meena Primary Health Care Centers</cp:lastModifiedBy>
  <cp:revision>1</cp:revision>
  <dcterms:created xsi:type="dcterms:W3CDTF">2026-08-04T15:40:02Z</dcterms:created>
  <dcterms:modified xsi:type="dcterms:W3CDTF">2026-08-04T15:40:02Z</dcterms:modified>
</cp:coreProperties>
</file>