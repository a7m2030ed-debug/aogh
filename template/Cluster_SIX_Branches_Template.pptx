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20040" y="98755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2D246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 — DAILY SUMMARY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2004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45720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5720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45720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2</a:t>
            </a:r>
            <a:endParaRPr lang="en-US" sz="850" dirty="0"/>
          </a:p>
        </p:txBody>
      </p:sp>
      <p:sp>
        <p:nvSpPr>
          <p:cNvPr id="14" name="Shape 11"/>
          <p:cNvSpPr/>
          <p:nvPr/>
        </p:nvSpPr>
        <p:spPr>
          <a:xfrm>
            <a:off x="320040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5" name="Text 12"/>
          <p:cNvSpPr/>
          <p:nvPr/>
        </p:nvSpPr>
        <p:spPr>
          <a:xfrm>
            <a:off x="333756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33756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333756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 · —%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6080760" y="1298448"/>
            <a:ext cx="2697480" cy="960120"/>
          </a:xfrm>
          <a:prstGeom prst="roundRect">
            <a:avLst>
              <a:gd name="adj" fmla="val 761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6217920" y="1371600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6217920" y="1536192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217920" y="1993392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20040" y="2286000"/>
            <a:ext cx="8503920" cy="256032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457200" y="22860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 PERFORMANCE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320040" y="2542032"/>
            <a:ext cx="8503920" cy="237744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57200" y="254203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Branch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2697480" y="25420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931920" y="25420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166360" y="25420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0" y="254203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7635240" y="2542032"/>
            <a:ext cx="1188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900" dirty="0"/>
          </a:p>
        </p:txBody>
      </p:sp>
      <p:sp>
        <p:nvSpPr>
          <p:cNvPr id="61" name="Shape 58"/>
          <p:cNvSpPr/>
          <p:nvPr/>
        </p:nvSpPr>
        <p:spPr>
          <a:xfrm>
            <a:off x="320040" y="4352544"/>
            <a:ext cx="8503920" cy="475488"/>
          </a:xfrm>
          <a:prstGeom prst="roundRect">
            <a:avLst>
              <a:gd name="adj" fmla="val 14545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548640" y="4352544"/>
            <a:ext cx="8046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Cluster Utilization 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100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 · 6 branches · Clinic basis</a:t>
            </a:r>
            <a:endParaRPr lang="en-US" sz="1200" dirty="0"/>
          </a:p>
        </p:txBody>
      </p:sp>
      <p:sp>
        <p:nvSpPr>
          <p:cNvPr id="63" name="Text 60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Meena Primary Health Care Centers · Daily Report · DD MON YYYY</a:t>
            </a:r>
            <a:endParaRPr lang="en-US" sz="700" dirty="0"/>
          </a:p>
        </p:txBody>
      </p:sp>
      <p:sp>
        <p:nvSpPr>
          <p:cNvPr id="64" name="Text 61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1</a:t>
            </a:r>
            <a:endParaRPr lang="en-US" sz="700" dirty="0"/>
          </a:p>
        </p:txBody>
      </p:sp>
      <p:sp>
        <p:nvSpPr>
          <p:cNvPr id="31" name="Shape 28"/>
          <p:cNvSpPr/>
          <p:nvPr/>
        </p:nvSpPr>
        <p:spPr>
          <a:xfrm>
            <a:off x="320040" y="2798064"/>
            <a:ext cx="8503920" cy="237744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279806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Malqa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97480" y="27980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31920" y="27980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66360" y="27980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27980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882128" y="283627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882128" y="283627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3035808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Worood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697480" y="30358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931920" y="30358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66360" y="30358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0" y="30358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882128" y="307401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882128" y="307401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0040" y="3273552"/>
            <a:ext cx="8503920" cy="237744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273552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Rawdah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97480" y="32735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31920" y="32735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66360" y="32735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327355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882128" y="331176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882128" y="331176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3511296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Abhur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697480" y="35112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931920" y="35112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66360" y="35112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0" y="351129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882128" y="354950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882128" y="354950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320040" y="3749039"/>
            <a:ext cx="8503920" cy="237744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2" name="Text 29"/>
          <p:cNvSpPr/>
          <p:nvPr/>
        </p:nvSpPr>
        <p:spPr>
          <a:xfrm>
            <a:off x="457200" y="3749039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Suwaydi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2697480" y="3749039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3931920" y="3749039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5166360" y="3749039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6" name="Text 33"/>
          <p:cNvSpPr/>
          <p:nvPr/>
        </p:nvSpPr>
        <p:spPr>
          <a:xfrm>
            <a:off x="6400800" y="3749039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7882128" y="378724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7882128" y="378724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57200" y="3986784"/>
            <a:ext cx="2240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1A33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 Sulaimaniyah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2697480" y="39867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3931920" y="39867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5166360" y="39867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400800" y="39867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882128" y="402499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882128" y="402499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05840"/>
            <a:ext cx="8503920" cy="676656"/>
          </a:xfrm>
          <a:prstGeom prst="roundRect">
            <a:avLst>
              <a:gd name="adj" fmla="val 10811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54864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TOTAL PATIENTS TODAY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54864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338328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</a:t>
            </a:r>
            <a:endParaRPr lang="en-US" sz="800" dirty="0"/>
          </a:p>
        </p:txBody>
      </p:sp>
      <p:sp>
        <p:nvSpPr>
          <p:cNvPr id="13" name="Text 10"/>
          <p:cNvSpPr/>
          <p:nvPr/>
        </p:nvSpPr>
        <p:spPr>
          <a:xfrm>
            <a:off x="338328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Target —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6217920" y="1069848"/>
            <a:ext cx="2468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EMERGENCY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217920" y="124358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   </a:t>
            </a:r>
            <a:pPr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target assigned</a:t>
            </a:r>
            <a:endParaRPr lang="en-US" sz="2000" dirty="0"/>
          </a:p>
        </p:txBody>
      </p:sp>
      <p:sp>
        <p:nvSpPr>
          <p:cNvPr id="16" name="Shape 13"/>
          <p:cNvSpPr/>
          <p:nvPr/>
        </p:nvSpPr>
        <p:spPr>
          <a:xfrm>
            <a:off x="315468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7" name="Shape 14"/>
          <p:cNvSpPr/>
          <p:nvPr/>
        </p:nvSpPr>
        <p:spPr>
          <a:xfrm>
            <a:off x="5989320" y="1097280"/>
            <a:ext cx="0" cy="493776"/>
          </a:xfrm>
          <a:prstGeom prst="line">
            <a:avLst/>
          </a:prstGeom>
          <a:noFill/>
          <a:ln w="12700">
            <a:solidFill>
              <a:srgbClr val="7061AB"/>
            </a:solidFill>
            <a:prstDash val="solid"/>
          </a:ln>
        </p:spPr>
        <p:txBody>
          <a:bodyPr/>
          <a:p/>
        </p:txBody>
      </p:sp>
      <p:sp>
        <p:nvSpPr>
          <p:cNvPr id="18" name="Shape 15"/>
          <p:cNvSpPr/>
          <p:nvPr/>
        </p:nvSpPr>
        <p:spPr>
          <a:xfrm>
            <a:off x="320040" y="1792224"/>
            <a:ext cx="8503920" cy="347472"/>
          </a:xfrm>
          <a:prstGeom prst="roundRect">
            <a:avLst>
              <a:gd name="adj" fmla="val 15789"/>
            </a:avLst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548640" y="1792224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Clinic Utilization 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   </a:t>
            </a:r>
            <a:pPr indent="0" marL="0">
              <a:buNone/>
            </a:pPr>
            <a:r>
              <a:rPr lang="en-US" sz="9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— / Target —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86000"/>
            <a:ext cx="100584" cy="100584"/>
          </a:xfrm>
          <a:prstGeom prst="ellipse">
            <a:avLst/>
          </a:prstGeom>
          <a:solidFill>
            <a:srgbClr val="4CAF86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61264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≥ 80% Excellent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194560" y="2286000"/>
            <a:ext cx="100584" cy="100584"/>
          </a:xfrm>
          <a:prstGeom prst="ellipse">
            <a:avLst/>
          </a:prstGeom>
          <a:solidFill>
            <a:srgbClr val="C07A2A"/>
          </a:solidFill>
          <a:ln/>
        </p:spPr>
        <p:txBody>
          <a:bodyPr/>
          <a:p/>
        </p:txBody>
      </p:sp>
      <p:sp>
        <p:nvSpPr>
          <p:cNvPr id="23" name="Text 20"/>
          <p:cNvSpPr/>
          <p:nvPr/>
        </p:nvSpPr>
        <p:spPr>
          <a:xfrm>
            <a:off x="235000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50–79% Average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3931920" y="2286000"/>
            <a:ext cx="100584" cy="100584"/>
          </a:xfrm>
          <a:prstGeom prst="ellipse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4087368" y="2221992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 50% Low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320040" y="24505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27" name="Text 24"/>
          <p:cNvSpPr/>
          <p:nvPr/>
        </p:nvSpPr>
        <p:spPr>
          <a:xfrm>
            <a:off x="457200" y="24505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4434840" y="24505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7269480" y="24505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320040" y="26700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457200" y="26700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6035040" y="26700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457200" y="28712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4434840" y="28712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7699248" y="28917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6" name="Text 33"/>
          <p:cNvSpPr/>
          <p:nvPr/>
        </p:nvSpPr>
        <p:spPr>
          <a:xfrm>
            <a:off x="7699248" y="28917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320040" y="30723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8" name="Text 35"/>
          <p:cNvSpPr/>
          <p:nvPr/>
        </p:nvSpPr>
        <p:spPr>
          <a:xfrm>
            <a:off x="457200" y="30723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4434840" y="30723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7699248" y="30929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1" name="Text 38"/>
          <p:cNvSpPr/>
          <p:nvPr/>
        </p:nvSpPr>
        <p:spPr>
          <a:xfrm>
            <a:off x="7699248" y="30929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32735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4434840" y="32735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7699248" y="32941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5" name="Text 42"/>
          <p:cNvSpPr/>
          <p:nvPr/>
        </p:nvSpPr>
        <p:spPr>
          <a:xfrm>
            <a:off x="7699248" y="32941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20040" y="34747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47" name="Text 44"/>
          <p:cNvSpPr/>
          <p:nvPr/>
        </p:nvSpPr>
        <p:spPr>
          <a:xfrm>
            <a:off x="457200" y="34747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4434840" y="34747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9" name="Shape 46"/>
          <p:cNvSpPr/>
          <p:nvPr/>
        </p:nvSpPr>
        <p:spPr>
          <a:xfrm>
            <a:off x="7699248" y="34952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0" name="Text 47"/>
          <p:cNvSpPr/>
          <p:nvPr/>
        </p:nvSpPr>
        <p:spPr>
          <a:xfrm>
            <a:off x="7699248" y="34952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320040" y="367588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52" name="Text 49"/>
          <p:cNvSpPr/>
          <p:nvPr/>
        </p:nvSpPr>
        <p:spPr>
          <a:xfrm>
            <a:off x="457200" y="367588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53" name="Text 50"/>
          <p:cNvSpPr/>
          <p:nvPr/>
        </p:nvSpPr>
        <p:spPr>
          <a:xfrm>
            <a:off x="6035040" y="367588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54" name="Text 51"/>
          <p:cNvSpPr/>
          <p:nvPr/>
        </p:nvSpPr>
        <p:spPr>
          <a:xfrm>
            <a:off x="457200" y="38770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434840" y="38770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7699248" y="38976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7" name="Text 54"/>
          <p:cNvSpPr/>
          <p:nvPr/>
        </p:nvSpPr>
        <p:spPr>
          <a:xfrm>
            <a:off x="7699248" y="38976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8" name="Shape 55"/>
          <p:cNvSpPr/>
          <p:nvPr/>
        </p:nvSpPr>
        <p:spPr>
          <a:xfrm>
            <a:off x="320040" y="407822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9" name="Text 56"/>
          <p:cNvSpPr/>
          <p:nvPr/>
        </p:nvSpPr>
        <p:spPr>
          <a:xfrm>
            <a:off x="457200" y="40782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434840" y="40782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40987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40987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Text 60"/>
          <p:cNvSpPr/>
          <p:nvPr/>
        </p:nvSpPr>
        <p:spPr>
          <a:xfrm>
            <a:off x="457200" y="42793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4434840" y="42793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5" name="Shape 62"/>
          <p:cNvSpPr/>
          <p:nvPr/>
        </p:nvSpPr>
        <p:spPr>
          <a:xfrm>
            <a:off x="7699248" y="429996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6" name="Text 63"/>
          <p:cNvSpPr/>
          <p:nvPr/>
        </p:nvSpPr>
        <p:spPr>
          <a:xfrm>
            <a:off x="7699248" y="429996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320040" y="448056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8" name="Text 65"/>
          <p:cNvSpPr/>
          <p:nvPr/>
        </p:nvSpPr>
        <p:spPr>
          <a:xfrm>
            <a:off x="457200" y="44805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434840" y="44805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45011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45011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Text 69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{Branch} Branch · Daily Report · DD MON YYYY</a:t>
            </a:r>
            <a:endParaRPr lang="en-US" sz="700" dirty="0"/>
          </a:p>
        </p:txBody>
      </p:sp>
      <p:sp>
        <p:nvSpPr>
          <p:cNvPr id="73" name="Text 70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2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6172200" y="24505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SHOW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172200" y="28712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6172200" y="30723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6172200" y="32735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8" name="Text 45"/>
          <p:cNvSpPr/>
          <p:nvPr/>
        </p:nvSpPr>
        <p:spPr>
          <a:xfrm>
            <a:off x="6172200" y="34747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6172200" y="38770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172200" y="40782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4" name="Text 61"/>
          <p:cNvSpPr/>
          <p:nvPr/>
        </p:nvSpPr>
        <p:spPr>
          <a:xfrm>
            <a:off x="6172200" y="42793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172200" y="44805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201168" y="64008"/>
            <a:ext cx="2066543" cy="786384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" name="Image 0" descr="/home/claude/work/meena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3330" y="234325"/>
            <a:ext cx="1802218" cy="4457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566160" y="406908"/>
            <a:ext cx="5376672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11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Daily Operations Report · Cluster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3566160" y="621792"/>
            <a:ext cx="5376672" cy="18745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indent="0" marL="0" algn="r">
              <a:buNone/>
            </a:pPr>
            <a:r>
              <a:rPr lang="en-US" sz="950" dirty="0" b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{Branch} Branch (cont.)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566160" y="114300"/>
            <a:ext cx="5376672" cy="28803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DD MON YYYY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0040" y="1078992"/>
            <a:ext cx="8503920" cy="201168"/>
          </a:xfrm>
          <a:prstGeom prst="rect">
            <a:avLst/>
          </a:prstGeom>
          <a:solidFill>
            <a:srgbClr val="2D2460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57200" y="107899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DOCTOR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4434840" y="107899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ACTUAL / TARGET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7269480" y="10789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RATE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320040" y="1298448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57200" y="1298448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6035040" y="1298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57200" y="149961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434840" y="149961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99248" y="152019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7699248" y="152019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0040" y="170078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57200" y="170078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34840" y="170078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7699248" y="172135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4" name="Text 21"/>
          <p:cNvSpPr/>
          <p:nvPr/>
        </p:nvSpPr>
        <p:spPr>
          <a:xfrm>
            <a:off x="7699248" y="172135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457200" y="190195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434840" y="190195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7699248" y="192252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7699248" y="192252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320040" y="210312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0" name="Text 27"/>
          <p:cNvSpPr/>
          <p:nvPr/>
        </p:nvSpPr>
        <p:spPr>
          <a:xfrm>
            <a:off x="457200" y="21031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434840" y="210312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7699248" y="212369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3" name="Text 30"/>
          <p:cNvSpPr/>
          <p:nvPr/>
        </p:nvSpPr>
        <p:spPr>
          <a:xfrm>
            <a:off x="7699248" y="212369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457200" y="230428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434840" y="23042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699248" y="232486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37" name="Text 34"/>
          <p:cNvSpPr/>
          <p:nvPr/>
        </p:nvSpPr>
        <p:spPr>
          <a:xfrm>
            <a:off x="7699248" y="232486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20040" y="2505456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39" name="Text 36"/>
          <p:cNvSpPr/>
          <p:nvPr/>
        </p:nvSpPr>
        <p:spPr>
          <a:xfrm>
            <a:off x="457200" y="250545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434840" y="250545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7699248" y="252603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2" name="Text 39"/>
          <p:cNvSpPr/>
          <p:nvPr/>
        </p:nvSpPr>
        <p:spPr>
          <a:xfrm>
            <a:off x="7699248" y="252603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457200" y="27066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4434840" y="270662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699248" y="272719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46" name="Text 43"/>
          <p:cNvSpPr/>
          <p:nvPr/>
        </p:nvSpPr>
        <p:spPr>
          <a:xfrm>
            <a:off x="7699248" y="272719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320040" y="2907792"/>
            <a:ext cx="8503920" cy="201168"/>
          </a:xfrm>
          <a:prstGeom prst="rect">
            <a:avLst/>
          </a:prstGeom>
          <a:solidFill>
            <a:srgbClr val="7061AB"/>
          </a:solidFill>
          <a:ln/>
        </p:spPr>
        <p:txBody>
          <a:bodyPr/>
          <a:p/>
        </p:txBody>
      </p:sp>
      <p:sp>
        <p:nvSpPr>
          <p:cNvPr id="48" name="Text 45"/>
          <p:cNvSpPr/>
          <p:nvPr/>
        </p:nvSpPr>
        <p:spPr>
          <a:xfrm>
            <a:off x="457200" y="2907792"/>
            <a:ext cx="4846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Department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035040" y="2907792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—/— · </a:t>
            </a:r>
            <a:r>
              <a:rPr lang="en-US" sz="850" dirty="0" b="1">
                <a:solidFill>
                  <a:srgbClr val="D7D2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—%</a:t>
            </a:r>
            <a:endParaRPr lang="en-US" sz="850" dirty="0"/>
          </a:p>
        </p:txBody>
      </p:sp>
      <p:sp>
        <p:nvSpPr>
          <p:cNvPr id="50" name="Text 47"/>
          <p:cNvSpPr/>
          <p:nvPr/>
        </p:nvSpPr>
        <p:spPr>
          <a:xfrm>
            <a:off x="457200" y="310896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4434840" y="310896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7699248" y="312953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3" name="Text 50"/>
          <p:cNvSpPr/>
          <p:nvPr/>
        </p:nvSpPr>
        <p:spPr>
          <a:xfrm>
            <a:off x="7699248" y="312953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320040" y="3310128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55" name="Text 52"/>
          <p:cNvSpPr/>
          <p:nvPr/>
        </p:nvSpPr>
        <p:spPr>
          <a:xfrm>
            <a:off x="457200" y="33101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4434840" y="331012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57" name="Shape 54"/>
          <p:cNvSpPr/>
          <p:nvPr/>
        </p:nvSpPr>
        <p:spPr>
          <a:xfrm>
            <a:off x="7699248" y="333070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58" name="Text 55"/>
          <p:cNvSpPr/>
          <p:nvPr/>
        </p:nvSpPr>
        <p:spPr>
          <a:xfrm>
            <a:off x="7699248" y="333070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457200" y="3511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4434840" y="3511296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7699248" y="3531870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2" name="Text 59"/>
          <p:cNvSpPr/>
          <p:nvPr/>
        </p:nvSpPr>
        <p:spPr>
          <a:xfrm>
            <a:off x="7699248" y="3531870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320040" y="3712464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64" name="Text 61"/>
          <p:cNvSpPr/>
          <p:nvPr/>
        </p:nvSpPr>
        <p:spPr>
          <a:xfrm>
            <a:off x="457200" y="371246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4434840" y="3712464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7699248" y="3733038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67" name="Text 64"/>
          <p:cNvSpPr/>
          <p:nvPr/>
        </p:nvSpPr>
        <p:spPr>
          <a:xfrm>
            <a:off x="7699248" y="3733038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68" name="Text 65"/>
          <p:cNvSpPr/>
          <p:nvPr/>
        </p:nvSpPr>
        <p:spPr>
          <a:xfrm>
            <a:off x="457200" y="39136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4434840" y="3913632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0" name="Shape 67"/>
          <p:cNvSpPr/>
          <p:nvPr/>
        </p:nvSpPr>
        <p:spPr>
          <a:xfrm>
            <a:off x="7699248" y="3934206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1" name="Text 68"/>
          <p:cNvSpPr/>
          <p:nvPr/>
        </p:nvSpPr>
        <p:spPr>
          <a:xfrm>
            <a:off x="7699248" y="3934206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2" name="Shape 69"/>
          <p:cNvSpPr/>
          <p:nvPr/>
        </p:nvSpPr>
        <p:spPr>
          <a:xfrm>
            <a:off x="320040" y="4114800"/>
            <a:ext cx="8503920" cy="201168"/>
          </a:xfrm>
          <a:prstGeom prst="rect">
            <a:avLst/>
          </a:prstGeom>
          <a:solidFill>
            <a:srgbClr val="F0EEF8"/>
          </a:solidFill>
          <a:ln/>
        </p:spPr>
        <p:txBody>
          <a:bodyPr/>
          <a:p/>
        </p:txBody>
      </p:sp>
      <p:sp>
        <p:nvSpPr>
          <p:cNvPr id="73" name="Text 70"/>
          <p:cNvSpPr/>
          <p:nvPr/>
        </p:nvSpPr>
        <p:spPr>
          <a:xfrm>
            <a:off x="457200" y="411480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4434840" y="4114800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5" name="Shape 72"/>
          <p:cNvSpPr/>
          <p:nvPr/>
        </p:nvSpPr>
        <p:spPr>
          <a:xfrm>
            <a:off x="7699248" y="4135374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76" name="Text 73"/>
          <p:cNvSpPr/>
          <p:nvPr/>
        </p:nvSpPr>
        <p:spPr>
          <a:xfrm>
            <a:off x="7699248" y="4135374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77" name="Text 74"/>
          <p:cNvSpPr/>
          <p:nvPr/>
        </p:nvSpPr>
        <p:spPr>
          <a:xfrm>
            <a:off x="457200" y="431596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4434840" y="43159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 / —</a:t>
            </a:r>
            <a:endParaRPr lang="en-US" sz="1000" dirty="0"/>
          </a:p>
        </p:txBody>
      </p:sp>
      <p:sp>
        <p:nvSpPr>
          <p:cNvPr id="79" name="Shape 76"/>
          <p:cNvSpPr/>
          <p:nvPr/>
        </p:nvSpPr>
        <p:spPr>
          <a:xfrm>
            <a:off x="7699248" y="4336542"/>
            <a:ext cx="694944" cy="173736"/>
          </a:xfrm>
          <a:prstGeom prst="roundRect">
            <a:avLst>
              <a:gd name="adj" fmla="val 47368"/>
            </a:avLst>
          </a:prstGeom>
          <a:solidFill>
            <a:srgbClr val="D7D2E9"/>
          </a:solidFill>
          <a:ln/>
        </p:spPr>
        <p:txBody>
          <a:bodyPr/>
          <a:p/>
        </p:txBody>
      </p:sp>
      <p:sp>
        <p:nvSpPr>
          <p:cNvPr id="80" name="Text 77"/>
          <p:cNvSpPr/>
          <p:nvPr/>
        </p:nvSpPr>
        <p:spPr>
          <a:xfrm>
            <a:off x="7699248" y="4336542"/>
            <a:ext cx="6949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—</a:t>
            </a:r>
            <a:endParaRPr lang="en-US" sz="900" dirty="0"/>
          </a:p>
        </p:txBody>
      </p:sp>
      <p:sp>
        <p:nvSpPr>
          <p:cNvPr id="81" name="Text 78"/>
          <p:cNvSpPr/>
          <p:nvPr/>
        </p:nvSpPr>
        <p:spPr>
          <a:xfrm>
            <a:off x="320040" y="490118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Meena Primary Health Care Centers · Cluster 2 · {Branch} Branch (cont.) · Daily Report · DD MON YYYY</a:t>
            </a:r>
            <a:endParaRPr lang="en-US" sz="700" dirty="0"/>
          </a:p>
        </p:txBody>
      </p:sp>
      <p:sp>
        <p:nvSpPr>
          <p:cNvPr id="82" name="Text 79"/>
          <p:cNvSpPr/>
          <p:nvPr/>
        </p:nvSpPr>
        <p:spPr>
          <a:xfrm>
            <a:off x="7132320" y="4901184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5A5470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CONFIDENTIAL · Page 3</a:t>
            </a:r>
            <a:endParaRPr lang="en-US" sz="700" dirty="0"/>
          </a:p>
        </p:txBody>
      </p:sp>
      <p:sp>
        <p:nvSpPr>
          <p:cNvPr id="11" name="Text 8"/>
          <p:cNvSpPr/>
          <p:nvPr/>
        </p:nvSpPr>
        <p:spPr>
          <a:xfrm>
            <a:off x="6172200" y="107899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NO SHOW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172200" y="149961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72200" y="170078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172200" y="190195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172200" y="210312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6172200" y="230428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6172200" y="250545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6172200" y="270662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1" name="Text 48"/>
          <p:cNvSpPr/>
          <p:nvPr/>
        </p:nvSpPr>
        <p:spPr>
          <a:xfrm>
            <a:off x="6172200" y="310896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56" name="Text 53"/>
          <p:cNvSpPr/>
          <p:nvPr/>
        </p:nvSpPr>
        <p:spPr>
          <a:xfrm>
            <a:off x="6172200" y="331012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0" name="Text 57"/>
          <p:cNvSpPr/>
          <p:nvPr/>
        </p:nvSpPr>
        <p:spPr>
          <a:xfrm>
            <a:off x="6172200" y="3511296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5" name="Text 62"/>
          <p:cNvSpPr/>
          <p:nvPr/>
        </p:nvSpPr>
        <p:spPr>
          <a:xfrm>
            <a:off x="6172200" y="3712464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69" name="Text 66"/>
          <p:cNvSpPr/>
          <p:nvPr/>
        </p:nvSpPr>
        <p:spPr>
          <a:xfrm>
            <a:off x="6172200" y="39136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4" name="Text 71"/>
          <p:cNvSpPr/>
          <p:nvPr/>
        </p:nvSpPr>
        <p:spPr>
          <a:xfrm>
            <a:off x="6172200" y="4114800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  <p:sp>
        <p:nvSpPr>
          <p:cNvPr id="78" name="Text 75"/>
          <p:cNvSpPr/>
          <p:nvPr/>
        </p:nvSpPr>
        <p:spPr>
          <a:xfrm>
            <a:off x="6172200" y="4315968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547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—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Cluster 2 Daily Report - Blank Template</dc:title>
  <dc:subject>PptxGenJS Presentation</dc:subject>
  <dc:creator>Meena Primary Health Care Centers</dc:creator>
  <cp:lastModifiedBy>Meena Primary Health Care Centers</cp:lastModifiedBy>
  <cp:revision>1</cp:revision>
  <dcterms:created xsi:type="dcterms:W3CDTF">2026-08-04T15:40:02Z</dcterms:created>
  <dcterms:modified xsi:type="dcterms:W3CDTF">2026-08-04T15:40:02Z</dcterms:modified>
</cp:coreProperties>
</file>