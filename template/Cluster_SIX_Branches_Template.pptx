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" y="987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24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SUMMARY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branches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3756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 · —%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8076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21792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1792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21792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0040" y="2286000"/>
            <a:ext cx="8503920" cy="256032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57200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 PERFORMANCE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542032"/>
            <a:ext cx="8503920" cy="237744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57200" y="25420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69748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3192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16636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0" y="25420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35240" y="25420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20040" y="4352544"/>
            <a:ext cx="8503920" cy="475488"/>
          </a:xfrm>
          <a:prstGeom prst="roundRect">
            <a:avLst>
              <a:gd name="adj" fmla="val 14545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548640" y="435254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Overall Utilization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100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 · 6 branches · Clinic basis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Daily Report · DD MON YYYY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1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320040" y="2798064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279806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Malqa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27980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283627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283627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03580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Worood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03580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07401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07401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3273552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327355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Rawdah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32735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331176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331176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5112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Abhur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5112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54950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54950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3749039"/>
            <a:ext cx="8503920" cy="237744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3749039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Suwaydi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374903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378724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378724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98678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Sulaimaniyah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9867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402499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402499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8503920" cy="676656"/>
          </a:xfrm>
          <a:prstGeom prst="roundRect">
            <a:avLst>
              <a:gd name="adj" fmla="val 10811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 TODAY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8328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38328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21792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1792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target assigned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15468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98932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20040" y="1792224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48640" y="17922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 Utilization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9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86000"/>
            <a:ext cx="100584" cy="100584"/>
          </a:xfrm>
          <a:prstGeom prst="ellipse">
            <a:avLst/>
          </a:prstGeom>
          <a:solidFill>
            <a:srgbClr val="4CAF8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1264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≥ 80% Excellent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194560" y="2286000"/>
            <a:ext cx="100584" cy="100584"/>
          </a:xfrm>
          <a:prstGeom prst="ellipse">
            <a:avLst/>
          </a:prstGeom>
          <a:solidFill>
            <a:srgbClr val="C07A2A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35000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50–79% Average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931920" y="2286000"/>
            <a:ext cx="100584" cy="1005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08736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&lt; 50% Low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0040" y="24505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57200" y="24505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434840" y="24505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69480" y="2450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0040" y="26700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457200" y="26700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3504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8712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34840" y="2871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699248" y="28917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699248" y="28917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0040" y="30723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457200" y="30723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434840" y="30723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699248" y="30929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7699248" y="30929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57200" y="32735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434840" y="32735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699248" y="32941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699248" y="32941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747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74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434840" y="3474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699248" y="34952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7699248" y="34952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" y="367588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57200" y="36758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03504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457200" y="38770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434840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699248" y="38976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699248" y="38976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320040" y="407822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45720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40782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40987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40987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57200" y="42793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434840" y="42793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699248" y="429996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7699248" y="429996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320040" y="448056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457200" y="44805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4480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45011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45011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· Daily Report · DD MON YYYY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2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172200" y="24505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172200" y="28712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172200" y="30723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172200" y="3273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172200" y="34747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172200" y="38770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40782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6172200" y="4279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44805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 (cont.)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789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10789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434840" y="1078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9480" y="1078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" y="12984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7200" y="1298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12984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57200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434840" y="14996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9248" y="15201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699248" y="15201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17007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457200" y="17007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34840" y="17007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99248" y="17213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99248" y="17213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19019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34840" y="19019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99248" y="19225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7699248" y="19225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320040" y="21031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57200" y="21031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434840" y="2103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99248" y="21236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699248" y="21236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2304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434840" y="230428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699248" y="232486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699248" y="232486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05456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457200" y="25054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348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699248" y="25260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99248" y="25260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57200" y="27066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434840" y="27066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699248" y="27271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7699248" y="27271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0040" y="2907792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57200" y="29077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35040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57200" y="31089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434840" y="31089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699248" y="31295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699248" y="31295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320040" y="3310128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457200" y="331012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434840" y="33101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699248" y="333070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7699248" y="333070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457200" y="351129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351129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353187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353187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320040" y="371246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45720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4434840" y="37124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699248" y="373303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7" name="Text 64"/>
          <p:cNvSpPr/>
          <p:nvPr/>
        </p:nvSpPr>
        <p:spPr>
          <a:xfrm>
            <a:off x="7699248" y="373303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457200" y="39136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39136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393420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393420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320040" y="411480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457200" y="4114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4434840" y="411480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699248" y="413537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7699248" y="413537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457200" y="43159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434840" y="43159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699248" y="433654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80" name="Text 77"/>
          <p:cNvSpPr/>
          <p:nvPr/>
        </p:nvSpPr>
        <p:spPr>
          <a:xfrm>
            <a:off x="7699248" y="433654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(cont.) · Daily Report · DD MON YYYY</a:t>
            </a:r>
            <a:endParaRPr lang="en-US" sz="700" dirty="0"/>
          </a:p>
        </p:txBody>
      </p:sp>
      <p:sp>
        <p:nvSpPr>
          <p:cNvPr id="82" name="Text 79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3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6172200" y="10789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SHOW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172200" y="149961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170078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72200" y="19019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172200" y="210312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72200" y="23042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172200" y="250545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172200" y="270662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172200" y="310896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6172200" y="33101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6172200" y="351129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6172200" y="371246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172200" y="39136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6172200" y="41148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6172200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 2 Daily Report - Blank Template</dc:title>
  <dc:subject>PptxGenJS Presentation</dc:subject>
  <dc:creator>Meena Primary Health Care Centers</dc:creator>
  <cp:lastModifiedBy>Meena Primary Health Care Centers</cp:lastModifiedBy>
  <cp:revision>1</cp:revision>
  <dcterms:created xsi:type="dcterms:W3CDTF">2026-08-04T15:40:02Z</dcterms:created>
  <dcterms:modified xsi:type="dcterms:W3CDTF">2026-08-04T15:40:02Z</dcterms:modified>
</cp:coreProperties>
</file>