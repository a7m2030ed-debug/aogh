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 · Cluster 2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20040" y="9875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246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CLUSTER 2 — DAILY SUMMARY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004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Cluster 2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0040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</p:sp>
      <p:sp>
        <p:nvSpPr>
          <p:cNvPr id="15" name="Text 12"/>
          <p:cNvSpPr/>
          <p:nvPr/>
        </p:nvSpPr>
        <p:spPr>
          <a:xfrm>
            <a:off x="333756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3756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 · —%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8076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</p:sp>
      <p:sp>
        <p:nvSpPr>
          <p:cNvPr id="19" name="Text 16"/>
          <p:cNvSpPr/>
          <p:nvPr/>
        </p:nvSpPr>
        <p:spPr>
          <a:xfrm>
            <a:off x="621792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1792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21792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20040" y="2432304"/>
            <a:ext cx="8503920" cy="256032"/>
          </a:xfrm>
          <a:prstGeom prst="rect">
            <a:avLst/>
          </a:prstGeom>
          <a:solidFill>
            <a:srgbClr val="2D2460"/>
          </a:solidFill>
          <a:ln/>
        </p:spPr>
      </p:sp>
      <p:sp>
        <p:nvSpPr>
          <p:cNvPr id="23" name="Text 20"/>
          <p:cNvSpPr/>
          <p:nvPr/>
        </p:nvSpPr>
        <p:spPr>
          <a:xfrm>
            <a:off x="457200" y="2432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 PERFORMANCE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2688336"/>
            <a:ext cx="8503920" cy="237744"/>
          </a:xfrm>
          <a:prstGeom prst="rect">
            <a:avLst/>
          </a:prstGeom>
          <a:solidFill>
            <a:srgbClr val="7061AB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268833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69748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93192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16636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635240" y="26883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0040" y="2926080"/>
            <a:ext cx="8503920" cy="256032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2926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Worood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296722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38" name="Text 35"/>
          <p:cNvSpPr/>
          <p:nvPr/>
        </p:nvSpPr>
        <p:spPr>
          <a:xfrm>
            <a:off x="7882128" y="296722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1821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Suwaydi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322326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45" name="Text 42"/>
          <p:cNvSpPr/>
          <p:nvPr/>
        </p:nvSpPr>
        <p:spPr>
          <a:xfrm>
            <a:off x="7882128" y="322326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20040" y="3438144"/>
            <a:ext cx="8503920" cy="256032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47" name="Text 44"/>
          <p:cNvSpPr/>
          <p:nvPr/>
        </p:nvSpPr>
        <p:spPr>
          <a:xfrm>
            <a:off x="457200" y="343814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Qirawan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269748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393192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16636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40080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82128" y="347929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53" name="Text 50"/>
          <p:cNvSpPr/>
          <p:nvPr/>
        </p:nvSpPr>
        <p:spPr>
          <a:xfrm>
            <a:off x="7882128" y="347929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457200" y="369417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Hittin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69748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393192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16636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40080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7882128" y="373532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60" name="Text 57"/>
          <p:cNvSpPr/>
          <p:nvPr/>
        </p:nvSpPr>
        <p:spPr>
          <a:xfrm>
            <a:off x="7882128" y="373532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320040" y="4114800"/>
            <a:ext cx="8503920" cy="502920"/>
          </a:xfrm>
          <a:prstGeom prst="roundRect">
            <a:avLst>
              <a:gd name="adj" fmla="val 14545"/>
            </a:avLst>
          </a:prstGeom>
          <a:solidFill>
            <a:srgbClr val="2D2460"/>
          </a:solidFill>
          <a:ln/>
        </p:spPr>
      </p:sp>
      <p:sp>
        <p:nvSpPr>
          <p:cNvPr id="62" name="Text 59"/>
          <p:cNvSpPr/>
          <p:nvPr/>
        </p:nvSpPr>
        <p:spPr>
          <a:xfrm>
            <a:off x="548640" y="4114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Cluster Utilization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100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 · 4 branches · Clinic basis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Cluster 2 · Meena Primary Health Care Centers · Daily Report · DD MON YYYY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 · Cluster 2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05840"/>
            <a:ext cx="8503920" cy="676656"/>
          </a:xfrm>
          <a:prstGeom prst="roundRect">
            <a:avLst>
              <a:gd name="adj" fmla="val 10811"/>
            </a:avLst>
          </a:prstGeom>
          <a:solidFill>
            <a:srgbClr val="2D2460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 TODAY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8328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38328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21792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1792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target assigned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315468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8932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040" y="1792224"/>
            <a:ext cx="8503920" cy="347472"/>
          </a:xfrm>
          <a:prstGeom prst="roundRect">
            <a:avLst>
              <a:gd name="adj" fmla="val 15789"/>
            </a:avLst>
          </a:prstGeom>
          <a:solidFill>
            <a:srgbClr val="2D2460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179222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 Utilization 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9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86000"/>
            <a:ext cx="100584" cy="100584"/>
          </a:xfrm>
          <a:prstGeom prst="ellipse">
            <a:avLst/>
          </a:prstGeom>
          <a:solidFill>
            <a:srgbClr val="4CAF86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≥ 80% Excellent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194560" y="2286000"/>
            <a:ext cx="100584" cy="100584"/>
          </a:xfrm>
          <a:prstGeom prst="ellipse">
            <a:avLst/>
          </a:prstGeom>
          <a:solidFill>
            <a:srgbClr val="C07A2A"/>
          </a:solidFill>
          <a:ln/>
        </p:spPr>
      </p:sp>
      <p:sp>
        <p:nvSpPr>
          <p:cNvPr id="23" name="Text 20"/>
          <p:cNvSpPr/>
          <p:nvPr/>
        </p:nvSpPr>
        <p:spPr>
          <a:xfrm>
            <a:off x="235000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50–79% Average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931920" y="2286000"/>
            <a:ext cx="100584" cy="1005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408736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&lt; 50% Low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20040" y="24505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245059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349240" y="24505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269480" y="2450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0040" y="26700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26700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035040" y="26700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—%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287121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349240" y="287121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699248" y="28917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36" name="Text 33"/>
          <p:cNvSpPr/>
          <p:nvPr/>
        </p:nvSpPr>
        <p:spPr>
          <a:xfrm>
            <a:off x="7699248" y="28917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20040" y="30723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307238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349240" y="307238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699248" y="30929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41" name="Text 38"/>
          <p:cNvSpPr/>
          <p:nvPr/>
        </p:nvSpPr>
        <p:spPr>
          <a:xfrm>
            <a:off x="7699248" y="30929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57200" y="327355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349240" y="32735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699248" y="32941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45" name="Text 42"/>
          <p:cNvSpPr/>
          <p:nvPr/>
        </p:nvSpPr>
        <p:spPr>
          <a:xfrm>
            <a:off x="7699248" y="32941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20040" y="34747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47" name="Text 44"/>
          <p:cNvSpPr/>
          <p:nvPr/>
        </p:nvSpPr>
        <p:spPr>
          <a:xfrm>
            <a:off x="457200" y="34747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5349240" y="34747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699248" y="34952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50" name="Text 47"/>
          <p:cNvSpPr/>
          <p:nvPr/>
        </p:nvSpPr>
        <p:spPr>
          <a:xfrm>
            <a:off x="7699248" y="34952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20040" y="367588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67588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603504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—%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457200" y="387705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349240" y="38770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699248" y="38976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57" name="Text 54"/>
          <p:cNvSpPr/>
          <p:nvPr/>
        </p:nvSpPr>
        <p:spPr>
          <a:xfrm>
            <a:off x="7699248" y="38976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320040" y="407822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59" name="Text 56"/>
          <p:cNvSpPr/>
          <p:nvPr/>
        </p:nvSpPr>
        <p:spPr>
          <a:xfrm>
            <a:off x="457200" y="407822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5349240" y="407822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40987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62" name="Text 59"/>
          <p:cNvSpPr/>
          <p:nvPr/>
        </p:nvSpPr>
        <p:spPr>
          <a:xfrm>
            <a:off x="7699248" y="40987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457200" y="427939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5349240" y="42793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699248" y="429996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66" name="Text 63"/>
          <p:cNvSpPr/>
          <p:nvPr/>
        </p:nvSpPr>
        <p:spPr>
          <a:xfrm>
            <a:off x="7699248" y="429996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320040" y="448056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68" name="Text 65"/>
          <p:cNvSpPr/>
          <p:nvPr/>
        </p:nvSpPr>
        <p:spPr>
          <a:xfrm>
            <a:off x="457200" y="448056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5349240" y="448056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45011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71" name="Text 68"/>
          <p:cNvSpPr/>
          <p:nvPr/>
        </p:nvSpPr>
        <p:spPr>
          <a:xfrm>
            <a:off x="7699248" y="45011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Cluster 2 · {Branch} Branch · Daily Report · DD MON YYYY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 · Cluster 2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 (cont.)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789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07899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349240" y="10789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269480" y="10789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0040" y="12984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12984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035040" y="12984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—%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57200" y="149961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349240" y="149961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99248" y="15201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19" name="Text 16"/>
          <p:cNvSpPr/>
          <p:nvPr/>
        </p:nvSpPr>
        <p:spPr>
          <a:xfrm>
            <a:off x="7699248" y="15201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0040" y="17007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170078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349240" y="170078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699248" y="17213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99248" y="17213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190195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349240" y="1901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699248" y="19225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28" name="Text 25"/>
          <p:cNvSpPr/>
          <p:nvPr/>
        </p:nvSpPr>
        <p:spPr>
          <a:xfrm>
            <a:off x="7699248" y="19225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320040" y="21031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21031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34924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99248" y="21236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33" name="Text 30"/>
          <p:cNvSpPr/>
          <p:nvPr/>
        </p:nvSpPr>
        <p:spPr>
          <a:xfrm>
            <a:off x="7699248" y="21236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57200" y="23042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349240" y="23042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699248" y="232486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37" name="Text 34"/>
          <p:cNvSpPr/>
          <p:nvPr/>
        </p:nvSpPr>
        <p:spPr>
          <a:xfrm>
            <a:off x="7699248" y="232486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05456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39" name="Text 36"/>
          <p:cNvSpPr/>
          <p:nvPr/>
        </p:nvSpPr>
        <p:spPr>
          <a:xfrm>
            <a:off x="457200" y="250545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349240" y="250545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699248" y="25260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42" name="Text 39"/>
          <p:cNvSpPr/>
          <p:nvPr/>
        </p:nvSpPr>
        <p:spPr>
          <a:xfrm>
            <a:off x="7699248" y="25260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57200" y="270662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5349240" y="270662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699248" y="27271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46" name="Text 43"/>
          <p:cNvSpPr/>
          <p:nvPr/>
        </p:nvSpPr>
        <p:spPr>
          <a:xfrm>
            <a:off x="7699248" y="27271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0040" y="2907792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</p:sp>
      <p:sp>
        <p:nvSpPr>
          <p:cNvPr id="48" name="Text 45"/>
          <p:cNvSpPr/>
          <p:nvPr/>
        </p:nvSpPr>
        <p:spPr>
          <a:xfrm>
            <a:off x="457200" y="290779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6035040" y="29077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—%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57200" y="310896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349240" y="310896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699248" y="31295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53" name="Text 50"/>
          <p:cNvSpPr/>
          <p:nvPr/>
        </p:nvSpPr>
        <p:spPr>
          <a:xfrm>
            <a:off x="7699248" y="31295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320040" y="3310128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55" name="Text 52"/>
          <p:cNvSpPr/>
          <p:nvPr/>
        </p:nvSpPr>
        <p:spPr>
          <a:xfrm>
            <a:off x="457200" y="33101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5349240" y="33101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699248" y="333070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58" name="Text 55"/>
          <p:cNvSpPr/>
          <p:nvPr/>
        </p:nvSpPr>
        <p:spPr>
          <a:xfrm>
            <a:off x="7699248" y="333070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457200" y="351129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5349240" y="351129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353187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62" name="Text 59"/>
          <p:cNvSpPr/>
          <p:nvPr/>
        </p:nvSpPr>
        <p:spPr>
          <a:xfrm>
            <a:off x="7699248" y="353187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320040" y="371246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64" name="Text 61"/>
          <p:cNvSpPr/>
          <p:nvPr/>
        </p:nvSpPr>
        <p:spPr>
          <a:xfrm>
            <a:off x="457200" y="371246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5349240" y="3712464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699248" y="373303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67" name="Text 64"/>
          <p:cNvSpPr/>
          <p:nvPr/>
        </p:nvSpPr>
        <p:spPr>
          <a:xfrm>
            <a:off x="7699248" y="373303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457200" y="391363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5349240" y="391363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393420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71" name="Text 68"/>
          <p:cNvSpPr/>
          <p:nvPr/>
        </p:nvSpPr>
        <p:spPr>
          <a:xfrm>
            <a:off x="7699248" y="393420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Shape 69"/>
          <p:cNvSpPr/>
          <p:nvPr/>
        </p:nvSpPr>
        <p:spPr>
          <a:xfrm>
            <a:off x="320040" y="411480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</p:sp>
      <p:sp>
        <p:nvSpPr>
          <p:cNvPr id="73" name="Text 70"/>
          <p:cNvSpPr/>
          <p:nvPr/>
        </p:nvSpPr>
        <p:spPr>
          <a:xfrm>
            <a:off x="457200" y="411480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5349240" y="41148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7699248" y="413537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76" name="Text 73"/>
          <p:cNvSpPr/>
          <p:nvPr/>
        </p:nvSpPr>
        <p:spPr>
          <a:xfrm>
            <a:off x="7699248" y="413537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457200" y="43159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5349240" y="431596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7699248" y="433654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</p:sp>
      <p:sp>
        <p:nvSpPr>
          <p:cNvPr id="80" name="Text 77"/>
          <p:cNvSpPr/>
          <p:nvPr/>
        </p:nvSpPr>
        <p:spPr>
          <a:xfrm>
            <a:off x="7699248" y="433654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Cluster 2 · {Branch} Branch (cont.) · Daily Report · DD MON YYYY</a:t>
            </a:r>
            <a:endParaRPr lang="en-US" sz="700" dirty="0"/>
          </a:p>
        </p:txBody>
      </p:sp>
      <p:sp>
        <p:nvSpPr>
          <p:cNvPr id="82" name="Text 79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 2 Daily Report - Blank Template</dc:title>
  <dc:subject>PptxGenJS Presentation</dc:subject>
  <dc:creator>Meena Primary Health Care Centers</dc:creator>
  <cp:lastModifiedBy>Meena Primary Health Care Centers</cp:lastModifiedBy>
  <cp:revision>1</cp:revision>
  <dcterms:created xsi:type="dcterms:W3CDTF">2026-08-04T15:40:02Z</dcterms:created>
  <dcterms:modified xsi:type="dcterms:W3CDTF">2026-08-04T15:40:02Z</dcterms:modified>
</cp:coreProperties>
</file>